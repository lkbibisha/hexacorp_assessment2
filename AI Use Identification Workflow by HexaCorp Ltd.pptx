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8666-C926-213D-43F6-454C3D7C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02FEC-8352-9CF7-0DED-E0DAF27502D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2264898"/>
            <a:ext cx="8581292" cy="383987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This presentation includes: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• AI Use Policy &amp; Disclosure Form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• Marker Toolkit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• Effort Rubric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dirty="0">
                <a:latin typeface="Century Gothic" panose="020B0502020202020204" pitchFamily="34" charset="0"/>
              </a:rPr>
              <a:t>Maintains academic integrity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81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809B-5183-5B14-2052-DB686655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AI Disclosure Form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4D2DA-A832-0BD4-06FB-1CAE6907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66534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the form collects:</a:t>
            </a:r>
          </a:p>
          <a:p>
            <a:r>
              <a:rPr lang="en-US" dirty="0">
                <a:latin typeface="Century Gothic" panose="020B0502020202020204" pitchFamily="34" charset="0"/>
              </a:rPr>
              <a:t>AI tools used</a:t>
            </a:r>
          </a:p>
          <a:p>
            <a:r>
              <a:rPr lang="en-US" dirty="0">
                <a:latin typeface="Century Gothic" panose="020B0502020202020204" pitchFamily="34" charset="0"/>
              </a:rPr>
              <a:t>Purpose of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Which parts were AI-assisted</a:t>
            </a:r>
          </a:p>
          <a:p>
            <a:r>
              <a:rPr lang="en-US" dirty="0">
                <a:latin typeface="Century Gothic" panose="020B0502020202020204" pitchFamily="34" charset="0"/>
              </a:rPr>
              <a:t>Student confirmation &amp; signature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6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Marker Toolkit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Decision process steps</a:t>
            </a:r>
          </a:p>
          <a:p>
            <a:r>
              <a:rPr lang="en-US" dirty="0">
                <a:latin typeface="Century Gothic" panose="020B0502020202020204" pitchFamily="34" charset="0"/>
              </a:rPr>
              <a:t>Evidence log</a:t>
            </a:r>
          </a:p>
          <a:p>
            <a:r>
              <a:rPr lang="en-US" dirty="0">
                <a:latin typeface="Century Gothic" panose="020B0502020202020204" pitchFamily="34" charset="0"/>
              </a:rPr>
              <a:t>Key indicators to check</a:t>
            </a:r>
          </a:p>
          <a:p>
            <a:r>
              <a:rPr lang="en-US" dirty="0">
                <a:latin typeface="Century Gothic" panose="020B0502020202020204" pitchFamily="34" charset="0"/>
              </a:rPr>
              <a:t>Reference verification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6204-B6CD-59F3-B622-DF1F4F97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Effort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BFAE-B665-8DA3-4B51-064E16F0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" y="2294670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Rubric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Transparency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Reflection quality</a:t>
            </a:r>
          </a:p>
          <a:p>
            <a:r>
              <a:rPr lang="en-US" dirty="0">
                <a:latin typeface="Century Gothic" panose="020B0502020202020204" pitchFamily="34" charset="0"/>
              </a:rPr>
              <a:t>Independent decision-making</a:t>
            </a:r>
          </a:p>
          <a:p>
            <a:r>
              <a:rPr lang="en-US" dirty="0">
                <a:latin typeface="Century Gothic" panose="020B0502020202020204" pitchFamily="34" charset="0"/>
              </a:rPr>
              <a:t>Accuracy &amp; referencing</a:t>
            </a:r>
          </a:p>
          <a:p>
            <a:r>
              <a:rPr lang="en-US" dirty="0">
                <a:latin typeface="Century Gothic" panose="020B0502020202020204" pitchFamily="34" charset="0"/>
              </a:rPr>
              <a:t>Logical development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8496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80</TotalTime>
  <Words>168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Trebuchet MS</vt:lpstr>
      <vt:lpstr>Wingdings</vt:lpstr>
      <vt:lpstr>Berlin</vt:lpstr>
      <vt:lpstr>AI Use Identification Workflow by HexaCorp Ltd</vt:lpstr>
      <vt:lpstr>Overview</vt:lpstr>
      <vt:lpstr>AI Use Policy</vt:lpstr>
      <vt:lpstr>AI Disclosure Form</vt:lpstr>
      <vt:lpstr>Workflow Diagram – AI Use Identification </vt:lpstr>
      <vt:lpstr>Marker Toolkit</vt:lpstr>
      <vt:lpstr>Effort Rubric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PATEL</dc:creator>
  <cp:lastModifiedBy>PARTH PATEL</cp:lastModifiedBy>
  <cp:revision>1</cp:revision>
  <dcterms:created xsi:type="dcterms:W3CDTF">2025-12-08T13:26:49Z</dcterms:created>
  <dcterms:modified xsi:type="dcterms:W3CDTF">2025-12-08T14:47:40Z</dcterms:modified>
</cp:coreProperties>
</file>